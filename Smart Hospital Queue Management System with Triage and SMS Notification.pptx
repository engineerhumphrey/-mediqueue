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64" d="100"/>
          <a:sy n="64" d="100"/>
        </p:scale>
        <p:origin x="97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F0BD0-0F29-4F19-6CAB-A895FE112F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111449-7950-937F-9421-0A8AF5768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000C8-A8C6-9D24-4400-F842E19B4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3287-46C8-496D-AA8A-321EF00446E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0A118-71F4-241B-5316-636D34420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05B68-56CD-AD44-CE93-4E1B4C021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1485B-6BA1-4D23-9F24-7BD16B0D8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217111"/>
      </p:ext>
    </p:extLst>
  </p:cSld>
  <p:clrMapOvr>
    <a:masterClrMapping/>
  </p:clrMapOvr>
  <p:transition spd="slow">
    <p:wipe/>
    <p:sndAc>
      <p:stSnd>
        <p:snd r:embed="rId1" name="arrow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24B05-6DF8-C4CC-6A09-3D96F2938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43937-BCA9-E25A-DB49-09B3E0A10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5BCCF-0C32-25F0-5525-26E541096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3287-46C8-496D-AA8A-321EF00446E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CC8A0-01DA-3ADD-321B-E56835B73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1809C-03B7-6A49-B826-24C053685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1485B-6BA1-4D23-9F24-7BD16B0D8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74873"/>
      </p:ext>
    </p:extLst>
  </p:cSld>
  <p:clrMapOvr>
    <a:masterClrMapping/>
  </p:clrMapOvr>
  <p:transition spd="slow">
    <p:wipe/>
    <p:sndAc>
      <p:stSnd>
        <p:snd r:embed="rId1" name="arrow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418F5-753A-EC8F-A641-D158CBBDC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AEAD0-6B19-90DD-3FBC-D045F0C37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42C96-9C04-167A-8CD7-5DE42E382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3287-46C8-496D-AA8A-321EF00446E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4E447-0263-BF08-2F61-55A4A5DAF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31655-67E9-3AD1-1D39-9FC5075F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1485B-6BA1-4D23-9F24-7BD16B0D8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45421"/>
      </p:ext>
    </p:extLst>
  </p:cSld>
  <p:clrMapOvr>
    <a:masterClrMapping/>
  </p:clrMapOvr>
  <p:transition spd="slow">
    <p:wipe/>
    <p:sndAc>
      <p:stSnd>
        <p:snd r:embed="rId1" name="arrow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ED5EE-235D-F9DC-01DB-D55C0882F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B1C27-377F-139A-5519-75347D517F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5E40CF-F9F2-08C2-8003-09117002F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87739-E6EE-12BA-A530-8D57F78E0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3287-46C8-496D-AA8A-321EF00446E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4F34C-2CDF-137C-5C2C-ECD552E26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0E04B-EE46-07E3-2D34-0069FDEC9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1485B-6BA1-4D23-9F24-7BD16B0D8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266170"/>
      </p:ext>
    </p:extLst>
  </p:cSld>
  <p:clrMapOvr>
    <a:masterClrMapping/>
  </p:clrMapOvr>
  <p:transition spd="slow">
    <p:wipe/>
    <p:sndAc>
      <p:stSnd>
        <p:snd r:embed="rId1" name="arrow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229D3-9CD2-02BD-7711-D6EDCB459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E704B-EC1A-1492-A2DF-C7D06306E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416E4-5362-334B-6CA0-C2F88A685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EFFFCC-D034-1DDE-E68D-14EFD805AC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2DBDF7-2162-AD0A-A5F4-BF58502DE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8230A4-0539-04D0-2475-F88E50A47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3287-46C8-496D-AA8A-321EF00446E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298CDA-8B97-8663-8C9E-FFEE1A938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CB77F6-00C4-7D01-73BB-EC17EE210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1485B-6BA1-4D23-9F24-7BD16B0D8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015355"/>
      </p:ext>
    </p:extLst>
  </p:cSld>
  <p:clrMapOvr>
    <a:masterClrMapping/>
  </p:clrMapOvr>
  <p:transition spd="slow">
    <p:wipe/>
    <p:sndAc>
      <p:stSnd>
        <p:snd r:embed="rId1" name="arrow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47B42-36A7-3F42-3BCF-6CF0F27B3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09476-D3BB-34E1-FD88-3F71690C5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3287-46C8-496D-AA8A-321EF00446E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25744A-41D2-2B3E-5EAC-CC3D88E98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A0C82F-FB01-9BCB-6E5B-0EFC8BE2D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1485B-6BA1-4D23-9F24-7BD16B0D8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43491"/>
      </p:ext>
    </p:extLst>
  </p:cSld>
  <p:clrMapOvr>
    <a:masterClrMapping/>
  </p:clrMapOvr>
  <p:transition spd="slow">
    <p:wipe/>
    <p:sndAc>
      <p:stSnd>
        <p:snd r:embed="rId1" name="arrow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C22315-2ECC-6B08-E6F3-CC9D08CE8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3287-46C8-496D-AA8A-321EF00446E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29ADBC-BE8E-2BEC-B44B-31AAD7411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D1373-A774-EC4E-3CD4-DE3BE7F5B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1485B-6BA1-4D23-9F24-7BD16B0D8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70171"/>
      </p:ext>
    </p:extLst>
  </p:cSld>
  <p:clrMapOvr>
    <a:masterClrMapping/>
  </p:clrMapOvr>
  <p:transition spd="slow">
    <p:wipe/>
    <p:sndAc>
      <p:stSnd>
        <p:snd r:embed="rId1" name="arrow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79E21-1D05-2AD8-984B-592A7B261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37D52-60A5-0F35-1E4C-0C7C97B51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22B08-32A3-CB6B-D40F-637717941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ADB47A-8C84-5B7D-302A-BA870E28B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3287-46C8-496D-AA8A-321EF00446E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7D80C-B9EF-096E-0C2C-509CD4CB9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CF896-1FB9-93E8-4A43-4AEC07ABA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1485B-6BA1-4D23-9F24-7BD16B0D8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86982"/>
      </p:ext>
    </p:extLst>
  </p:cSld>
  <p:clrMapOvr>
    <a:masterClrMapping/>
  </p:clrMapOvr>
  <p:transition spd="slow">
    <p:wipe/>
    <p:sndAc>
      <p:stSnd>
        <p:snd r:embed="rId1" name="arrow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6841B-BB0E-AD8C-C9AB-FBB368754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83722D-56A9-C724-1642-9A2E678533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7E086F-1F00-1658-790E-60A473B223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869790-C9B0-DD35-6863-9B42EF82C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3287-46C8-496D-AA8A-321EF00446E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7AFA7-1B8D-B3E0-2AA2-E7EBA3E22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081A4-C425-93EE-DA4A-1E560725A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1485B-6BA1-4D23-9F24-7BD16B0D8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304162"/>
      </p:ext>
    </p:extLst>
  </p:cSld>
  <p:clrMapOvr>
    <a:masterClrMapping/>
  </p:clrMapOvr>
  <p:transition spd="slow">
    <p:wipe/>
    <p:sndAc>
      <p:stSnd>
        <p:snd r:embed="rId1" name="arrow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F261-33B5-E98D-9AAE-C45ECB0E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539938-F0F7-489E-EFE9-0CE579C50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18988-C3C0-B60F-3B6C-92FFE774D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3287-46C8-496D-AA8A-321EF00446E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FC464-95D8-5D57-D531-C5C5FFCDD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06886-192A-D130-4DE0-BC5C91E5B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1485B-6BA1-4D23-9F24-7BD16B0D8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45848"/>
      </p:ext>
    </p:extLst>
  </p:cSld>
  <p:clrMapOvr>
    <a:masterClrMapping/>
  </p:clrMapOvr>
  <p:transition spd="slow">
    <p:wipe/>
    <p:sndAc>
      <p:stSnd>
        <p:snd r:embed="rId1" name="arrow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AE3A95-A388-B423-777F-A096E4AB1A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E0DDBE-A98D-0AED-DFC6-3321D2A87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F5C15-3B88-6D77-6346-AD0FEA04A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F3287-46C8-496D-AA8A-321EF00446E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21D50-FFFC-55BA-324D-220903A99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A1338-C598-2765-0084-C15A51382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1485B-6BA1-4D23-9F24-7BD16B0D8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133240"/>
      </p:ext>
    </p:extLst>
  </p:cSld>
  <p:clrMapOvr>
    <a:masterClrMapping/>
  </p:clrMapOvr>
  <p:transition spd="slow">
    <p:wipe/>
    <p:sndAc>
      <p:stSnd>
        <p:snd r:embed="rId1" name="arrow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F0DA29-4C25-2EE8-E127-CEFD87F7E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1839A-62F0-A58F-ABBA-517476348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7448-6603-AE3D-DE1F-A85977D1C7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2F3287-46C8-496D-AA8A-321EF00446E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430E5-2E82-C27C-76F2-3FD60E507B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908F-447F-A92A-29B6-EEDCA63537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B1485B-6BA1-4D23-9F24-7BD16B0D8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22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  <p:sndAc>
      <p:stSnd>
        <p:snd r:embed="rId13" name="arrow.wav"/>
      </p:stSnd>
    </p:sndAc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267580-7A96-F0E0-83E5-ACBF060C4D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87161"/>
      </p:ext>
    </p:extLst>
  </p:cSld>
  <p:clrMapOvr>
    <a:masterClrMapping/>
  </p:clrMapOvr>
  <p:transition spd="slow">
    <p:wipe/>
    <p:sndAc>
      <p:stSnd>
        <p:snd r:embed="rId2" name="arrow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359ABD-EA5A-6546-B591-82DBFDA7A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542708"/>
      </p:ext>
    </p:extLst>
  </p:cSld>
  <p:clrMapOvr>
    <a:masterClrMapping/>
  </p:clrMapOvr>
  <p:transition spd="slow">
    <p:wipe/>
    <p:sndAc>
      <p:stSnd>
        <p:snd r:embed="rId2" name="arrow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29B8D3-13EE-1B6C-1CCC-8628AFB20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182402"/>
      </p:ext>
    </p:extLst>
  </p:cSld>
  <p:clrMapOvr>
    <a:masterClrMapping/>
  </p:clrMapOvr>
  <p:transition spd="slow">
    <p:wipe/>
    <p:sndAc>
      <p:stSnd>
        <p:snd r:embed="rId2" name="arrow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162FC9-687C-1C69-5477-8BB8DB7F4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934007"/>
      </p:ext>
    </p:extLst>
  </p:cSld>
  <p:clrMapOvr>
    <a:masterClrMapping/>
  </p:clrMapOvr>
  <p:transition spd="slow">
    <p:wipe/>
    <p:sndAc>
      <p:stSnd>
        <p:snd r:embed="rId2" name="arrow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8AE66D-5F6C-AF15-8ED5-EE8141316B7B}"/>
              </a:ext>
            </a:extLst>
          </p:cNvPr>
          <p:cNvSpPr txBox="1"/>
          <p:nvPr/>
        </p:nvSpPr>
        <p:spPr>
          <a:xfrm>
            <a:off x="119743" y="0"/>
            <a:ext cx="1207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7AB0AA-5993-4312-ED2E-05D1E4D09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667357"/>
      </p:ext>
    </p:extLst>
  </p:cSld>
  <p:clrMapOvr>
    <a:masterClrMapping/>
  </p:clrMapOvr>
  <p:transition spd="slow">
    <p:wipe/>
    <p:sndAc>
      <p:stSnd>
        <p:snd r:embed="rId2" name="arrow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3F2B6F-D2AB-1871-0478-2A5EAFC4EADF}"/>
              </a:ext>
            </a:extLst>
          </p:cNvPr>
          <p:cNvSpPr txBox="1"/>
          <p:nvPr/>
        </p:nvSpPr>
        <p:spPr>
          <a:xfrm>
            <a:off x="0" y="0"/>
            <a:ext cx="1211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CCAC99-5436-EA18-710A-631CD9597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764940"/>
      </p:ext>
    </p:extLst>
  </p:cSld>
  <p:clrMapOvr>
    <a:masterClrMapping/>
  </p:clrMapOvr>
  <p:transition spd="slow">
    <p:wipe/>
    <p:sndAc>
      <p:stSnd>
        <p:snd r:embed="rId2" name="arrow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2D9ECE-3AB0-5F6F-072F-D1EB095AA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105476"/>
      </p:ext>
    </p:extLst>
  </p:cSld>
  <p:clrMapOvr>
    <a:masterClrMapping/>
  </p:clrMapOvr>
  <p:transition spd="slow">
    <p:wipe/>
    <p:sndAc>
      <p:stSnd>
        <p:snd r:embed="rId2" name="arrow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0CAEA8-2FB9-367C-1B2B-2EAD929EC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160042"/>
      </p:ext>
    </p:extLst>
  </p:cSld>
  <p:clrMapOvr>
    <a:masterClrMapping/>
  </p:clrMapOvr>
  <p:transition spd="slow">
    <p:wipe/>
    <p:sndAc>
      <p:stSnd>
        <p:snd r:embed="rId2" name="arrow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9F9122-28B3-C737-4BD7-5E696CB19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929004"/>
      </p:ext>
    </p:extLst>
  </p:cSld>
  <p:clrMapOvr>
    <a:masterClrMapping/>
  </p:clrMapOvr>
  <p:transition spd="slow">
    <p:wipe/>
    <p:sndAc>
      <p:stSnd>
        <p:snd r:embed="rId2" name="arrow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97DF5E-34F0-7190-1F51-E2ABB3B43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521417"/>
      </p:ext>
    </p:extLst>
  </p:cSld>
  <p:clrMapOvr>
    <a:masterClrMapping/>
  </p:clrMapOvr>
  <p:transition spd="slow">
    <p:wipe/>
    <p:sndAc>
      <p:stSnd>
        <p:snd r:embed="rId2" name="arrow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3E0854-A69C-E18D-D459-DFF6A2D60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119769"/>
      </p:ext>
    </p:extLst>
  </p:cSld>
  <p:clrMapOvr>
    <a:masterClrMapping/>
  </p:clrMapOvr>
  <p:transition spd="slow">
    <p:wipe/>
    <p:sndAc>
      <p:stSnd>
        <p:snd r:embed="rId2" name="arrow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58E899-4EA6-9AC6-48B2-FD254E17F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569859"/>
      </p:ext>
    </p:extLst>
  </p:cSld>
  <p:clrMapOvr>
    <a:masterClrMapping/>
  </p:clrMapOvr>
  <p:transition spd="slow">
    <p:wipe/>
    <p:sndAc>
      <p:stSnd>
        <p:snd r:embed="rId2" name="arrow.wav"/>
      </p:stSnd>
    </p:sndAc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2</Words>
  <Application>Microsoft Office PowerPoint</Application>
  <PresentationFormat>Widescreen</PresentationFormat>
  <Paragraphs>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Nyae</dc:creator>
  <cp:lastModifiedBy>Just Vickline</cp:lastModifiedBy>
  <cp:revision>2</cp:revision>
  <dcterms:created xsi:type="dcterms:W3CDTF">2026-03-09T05:33:19Z</dcterms:created>
  <dcterms:modified xsi:type="dcterms:W3CDTF">2026-03-09T14:17:40Z</dcterms:modified>
</cp:coreProperties>
</file>